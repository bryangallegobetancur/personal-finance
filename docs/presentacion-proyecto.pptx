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e3ce9330af4373" /><Relationship Type="http://schemas.openxmlformats.org/officeDocument/2006/relationships/extended-properties" Target="/docProps/app.xml" Id="Rabb00f8e1a2145b0" /><Relationship Type="http://schemas.openxmlformats.org/officeDocument/2006/relationships/officeDocument" Target="/ppt/presentation.xml" Id="R758f0e4fd42c43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3464c6c6ba4e19"/>
  </p:sldMasterIdLst>
  <p:notesMasterIdLst>
    <p:notesMasterId xmlns:r="http://schemas.openxmlformats.org/officeDocument/2006/relationships" r:id="Red3a799f2a0f433b"/>
  </p:notesMasterIdLst>
  <p:sldIdLst>
    <p:sldId xmlns:r="http://schemas.openxmlformats.org/officeDocument/2006/relationships" id="256" r:id="R58fe3665e2e6435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836b0fe7ff482e" /><Relationship Type="http://schemas.openxmlformats.org/officeDocument/2006/relationships/slideMaster" Target="/ppt/slideMasters/slideMaster1.xml" Id="R503464c6c6ba4e19" /><Relationship Type="http://schemas.openxmlformats.org/officeDocument/2006/relationships/notesMaster" Target="/ppt/notesMasters/notesMaster1.xml" Id="Red3a799f2a0f433b" /><Relationship Type="http://schemas.openxmlformats.org/officeDocument/2006/relationships/presProps" Target="/ppt/presProps.xml" Id="R63a1f579975f4720" /><Relationship Type="http://schemas.openxmlformats.org/officeDocument/2006/relationships/tableStyles" Target="/ppt/tableStyles.xml" Id="R387d2cc85d6a4e16" /><Relationship Type="http://schemas.openxmlformats.org/officeDocument/2006/relationships/slide" Target="/ppt/slides/slide1.xml" Id="R58fe3665e2e643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c072209ba645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4dfa84648043db" /><Relationship Type="http://schemas.openxmlformats.org/officeDocument/2006/relationships/notesMaster" Target="/ppt/notesMasters/notesMaster1.xml" Id="Rbad03242628b47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Proyecto de la Entrega 1 del Taller ABP. Diapositiva única, estilo Vidrio.</a:t>
            </a:r>
          </a:p>
          <a:p xmlns:a="http://schemas.openxmlformats.org/drawingml/2006/main">
            <a:r>
              <a:t>Problema basado en el alcance del producto, pendiente de ratificar si el docente asignó un caso específico.</a:t>
            </a:r>
          </a:p>
          <a:p xmlns:a="http://schemas.openxmlformats.org/drawingml/2006/main">
            <a:r>
              <a:t>Implementación revisada: React, TypeScript, Vite, Tailwind, hooks propios, Supabase Auth/PostgreSQL/Data API/Realtime.</a:t>
            </a:r>
          </a:p>
          <a:p xmlns:a="http://schemas.openxmlformats.org/drawingml/2006/main">
            <a:r>
              <a:t>Flujo: GitHub activa la integración de Vercel, Vercel entrega el frontend al navegador y el navegador se comunica con Supabase.</a:t>
            </a:r>
          </a:p>
          <a:p xmlns:a="http://schemas.openxmlformats.org/drawingml/2006/main">
            <a:r>
              <a:t>La API de Supabase aplica RLS en PostgreSQL. El trigger registra excesos de presupuesto y Realtime notifica al navegador.</a:t>
            </a:r>
          </a:p>
          <a:p xmlns:a="http://schemas.openxmlformats.org/drawingml/2006/main">
            <a:r>
              <a:t>URL pública: https://personal-finance-taupe-psi.vercel.app/explore/dashboard</a:t>
            </a:r>
          </a:p>
          <a:p xmlns:a="http://schemas.openxmlformats.org/drawingml/2006/main">
            <a:r>
              <a:t>Repositorio: https://github.com/bryangallegobetancur/Personal-finance</a:t>
            </a:r>
          </a:p>
          <a:p xmlns:a="http://schemas.openxmlformats.org/drawingml/2006/main">
            <a:r>
              <a:t>La URL y el repositorio público se verificaron el 11 de octubre de 2026. La captura utiliza datos de ejemplo y no acredita persistencia cloud.</a:t>
            </a:r>
          </a:p>
          <a:p xmlns:a="http://schemas.openxmlformats.org/drawingml/2006/main">
            <a:r>
              <a:t>Fondo decorativo generado con IA. Texto y diagrama editables. Logo original del proyecto.</a:t>
            </a:r>
          </a:p>
          <a:p xmlns:a="http://schemas.openxmlformats.org/drawingml/2006/main">
            <a:r>
              <a:t>No se implementó IA en ejecución. La propuesta futura y los controles éticos están en docs/IA_Y_ETICA.md.</a:t>
            </a:r>
          </a:p>
          <a:p xmlns:a="http://schemas.openxmlformats.org/drawingml/2006/main">
            <a:r>
              <a:t>Pruebas de integración con usuarios de Supabase pendientes. La actividad indica individual o parejas, pero la autoría histórica incluye tres nombres; confirmar con el docente.</a:t>
            </a:r>
          </a:p>
          <a:p xmlns:a="http://schemas.openxmlformats.org/drawingml/2006/main">
            <a:r>
              <a:t>Fuentes: src/main.tsx, src/hooks/queries/useDashboard.ts, src/hooks/queries/useAlerts.ts, supabase/migrations/0001_init.sql, 0002_add_budget_dates.sql, 0003_relax_date_constraint.sql y vercel.json.</a:t>
            </a:r>
          </a:p>
          <a:p xmlns:a="http://schemas.openxmlformats.org/drawingml/2006/main">
            <a:r>
              <a:t>Referencias técnicas: https://vercel.com/docs/frameworks/frontend/vite y https://supabase.com/docs/guides/database/postgres/row-level-security.</a:t>
            </a:r>
          </a:p>
          <a:p xmlns:a="http://schemas.openxmlformats.org/drawingml/2006/main">
            <a:r>
              <a:t>Guion: explicar problema, mostrar demo, recorrer arquitectura y aclarar alcance y límites. Consultar docs/EVIDENCIAS.md.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603ac3729e4f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80088d63644a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2ebb08bf14a6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300c7bc3fc47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1476dd756b43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320c85a4664f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887FD9-29D7-4D97-960C-BF2B3D8B3B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292269-A0F2-4A94-AE08-4BF5E14B8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1D9FA4E-AA95-4BC5-BA81-356137E2A5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C65F3A-8C95-4310-8785-833ABFE82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04B7B4-D1C8-4DED-AB45-25EA99C5F8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F28E415-8183-4D05-8553-F934D94BE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41C5E2-7B1F-4794-A6CF-5C2C3EDBC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D8DEEFE-F8A3-45CB-B747-2D2F657F4D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31BB62-1581-47AB-88A0-CFF071C95B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20D53B-E83F-413C-8770-D58196A58B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f97ef74cbf41ca" /><Relationship Type="http://schemas.openxmlformats.org/officeDocument/2006/relationships/slideLayout" Target="/ppt/slideLayouts/slideLayout1.xml" Id="R5ecfe9611bdc47a0" /><Relationship Type="http://schemas.openxmlformats.org/officeDocument/2006/relationships/slideLayout" Target="/ppt/slideLayouts/slideLayout2.xml" Id="R8cf6481657bf43aa" /><Relationship Type="http://schemas.openxmlformats.org/officeDocument/2006/relationships/slideLayout" Target="/ppt/slideLayouts/slideLayout3.xml" Id="Ree7034e520bd4a19" /><Relationship Type="http://schemas.openxmlformats.org/officeDocument/2006/relationships/slideLayout" Target="/ppt/slideLayouts/slideLayout4.xml" Id="R22fa57adbc0f489e" /><Relationship Type="http://schemas.openxmlformats.org/officeDocument/2006/relationships/slideLayout" Target="/ppt/slideLayouts/slideLayout5.xml" Id="Re58ed1b510d64a8d" /><Relationship Type="http://schemas.openxmlformats.org/officeDocument/2006/relationships/slideLayout" Target="/ppt/slideLayouts/slideLayout6.xml" Id="Ra19036c1f58e4f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cfe9611bdc47a0"/>
    <p:sldLayoutId xmlns:r="http://schemas.openxmlformats.org/officeDocument/2006/relationships" id="2147483650" r:id="R8cf6481657bf43aa"/>
    <p:sldLayoutId xmlns:r="http://schemas.openxmlformats.org/officeDocument/2006/relationships" id="2147483651" r:id="Ree7034e520bd4a19"/>
    <p:sldLayoutId xmlns:r="http://schemas.openxmlformats.org/officeDocument/2006/relationships" id="2147483652" r:id="R22fa57adbc0f489e"/>
    <p:sldLayoutId xmlns:r="http://schemas.openxmlformats.org/officeDocument/2006/relationships" id="2147483653" r:id="Re58ed1b510d64a8d"/>
    <p:sldLayoutId xmlns:r="http://schemas.openxmlformats.org/officeDocument/2006/relationships" id="2147483654" r:id="Ra19036c1f58e4f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427223637c48e5" /><Relationship Type="http://schemas.openxmlformats.org/officeDocument/2006/relationships/image" Target="/ppt/media/image.png" Id="R4e5b24bad91b49d7" /><Relationship Type="http://schemas.openxmlformats.org/officeDocument/2006/relationships/image" Target="/ppt/media/image2.png" Id="Ra5720bd48b244af1" /><Relationship Type="http://schemas.openxmlformats.org/officeDocument/2006/relationships/image" Target="/ppt/media/image.jpeg" Id="R1a66a2c827bf4fba" /><Relationship Type="http://schemas.openxmlformats.org/officeDocument/2006/relationships/notesSlide" Target="/ppt/notesSlides/notesSlide1.xml" Id="R51bd1bada02544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182723-6C82-4302-B98F-42328328EA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b24bad91b49d7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41155-CAAA-47E6-904B-A285B83C17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20bd48b244af1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3" name="Entrega">
            <a:extLst xmlns:a="http://schemas.openxmlformats.org/drawingml/2006/main">
              <a:ext uri="{FF2B5EF4-FFF2-40B4-BE49-F238E27FC236}">
                <a16:creationId xmlns:a16="http://schemas.microsoft.com/office/drawing/2014/main" id="{44154807-0F5C-498F-95EB-3E5CB278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TALLER ABP  /  ENTREGA 1</a:t>
            </a:r>
          </a:p>
        </p:txBody>
      </p:sp>
      <p:sp>
        <p:nvSpPr>
          <p:cNvPr id="4" name="Título">
            <a:extLst xmlns:a="http://schemas.openxmlformats.org/drawingml/2006/main">
              <a:ext uri="{FF2B5EF4-FFF2-40B4-BE49-F238E27FC236}">
                <a16:creationId xmlns:a16="http://schemas.microsoft.com/office/drawing/2014/main" id="{AB4D4234-E5FB-49F1-B2A1-6C8ABF27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19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Finanzas Personales</a:t>
            </a:r>
          </a:p>
        </p:txBody>
      </p:sp>
      <p:sp>
        <p:nvSpPr>
          <p:cNvPr id="5" name="Subtítulo">
            <a:extLst xmlns:a="http://schemas.openxmlformats.org/drawingml/2006/main">
              <a:ext uri="{FF2B5EF4-FFF2-40B4-BE49-F238E27FC236}">
                <a16:creationId xmlns:a16="http://schemas.microsoft.com/office/drawing/2014/main" id="{12856030-249B-4D6E-B2D0-9B11E225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181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Gestión de ingresos, gastos y presupuestos en la nube</a:t>
            </a:r>
          </a:p>
        </p:txBody>
      </p:sp>
      <p:sp>
        <p:nvSpPr>
          <p:cNvPr id="6" name="Problema">
            <a:extLst xmlns:a="http://schemas.openxmlformats.org/drawingml/2006/main">
              <a:ext uri="{FF2B5EF4-FFF2-40B4-BE49-F238E27FC236}">
                <a16:creationId xmlns:a16="http://schemas.microsoft.com/office/drawing/2014/main" id="{8FDDE957-8FD0-4808-8DB1-2DDAF207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Problema</a:t>
            </a:r>
          </a:p>
        </p:txBody>
      </p:sp>
      <p:sp>
        <p:nvSpPr>
          <p:cNvPr id="7" name="Descripción del problema">
            <a:extLst xmlns:a="http://schemas.openxmlformats.org/drawingml/2006/main">
              <a:ext uri="{FF2B5EF4-FFF2-40B4-BE49-F238E27FC236}">
                <a16:creationId xmlns:a16="http://schemas.microsoft.com/office/drawing/2014/main" id="{FCA1E0D3-1ABC-4CA2-B5E7-3A2B4DA2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700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Los registros dispersos dificultan conocer el saldo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y detectar excesos de presupuesto.</a:t>
            </a:r>
          </a:p>
        </p:txBody>
      </p:sp>
      <p:sp>
        <p:nvSpPr>
          <p:cNvPr id="8" name="Solución">
            <a:extLst xmlns:a="http://schemas.openxmlformats.org/drawingml/2006/main">
              <a:ext uri="{FF2B5EF4-FFF2-40B4-BE49-F238E27FC236}">
                <a16:creationId xmlns:a16="http://schemas.microsoft.com/office/drawing/2014/main" id="{79E88837-C5F6-4727-B1F3-B4EAEDF4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700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Solución implementada</a:t>
            </a:r>
          </a:p>
        </p:txBody>
      </p:sp>
      <p:sp>
        <p:nvSpPr>
          <p:cNvPr id="9" name="Descripción de solución">
            <a:extLst xmlns:a="http://schemas.openxmlformats.org/drawingml/2006/main">
              <a:ext uri="{FF2B5EF4-FFF2-40B4-BE49-F238E27FC236}">
                <a16:creationId xmlns:a16="http://schemas.microsoft.com/office/drawing/2014/main" id="{94ADE7D1-7391-452A-9688-73A67C8C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700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Una aplicación web con acceso por usuario,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movimientos, gráficos y alertas por reglas SQL.</a:t>
            </a:r>
          </a:p>
        </p:txBody>
      </p:sp>
      <p:sp>
        <p:nvSpPr>
          <p:cNvPr id="10" name="Resultado">
            <a:extLst xmlns:a="http://schemas.openxmlformats.org/drawingml/2006/main">
              <a:ext uri="{FF2B5EF4-FFF2-40B4-BE49-F238E27FC236}">
                <a16:creationId xmlns:a16="http://schemas.microsoft.com/office/drawing/2014/main" id="{C2A45E09-F939-4328-A406-B7322A6C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700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Resultado verificable</a:t>
            </a:r>
          </a:p>
        </p:txBody>
      </p:sp>
      <p:sp>
        <p:nvSpPr>
          <p:cNvPr id="11" name="Evidencia de resultado">
            <a:extLst xmlns:a="http://schemas.openxmlformats.org/drawingml/2006/main">
              <a:ext uri="{FF2B5EF4-FFF2-40B4-BE49-F238E27FC236}">
                <a16:creationId xmlns:a16="http://schemas.microsoft.com/office/drawing/2014/main" id="{CB9D42EA-4BFD-4A39-B699-753810AE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67375"/>
            <a:ext cx="70008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Demo pública en Vercel y código en GitHub.</a:t>
            </a:r>
          </a:p>
          <a:p xmlns:a="http://schemas.openxmlformats.org/drawingml/2006/main">
            <a: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Documentación técnica y evidencias en docs/.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D49146-63F5-4E45-BF22-8F17F849E4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6a2c827bf4fba"/>
          <a:stretch xmlns:a="http://schemas.openxmlformats.org/drawingml/2006/main"/>
        </p:blipFill>
        <p:spPr>
          <a:xfrm xmlns:a="http://schemas.openxmlformats.org/drawingml/2006/main">
            <a:off x="8895656" y="2352675"/>
            <a:ext cx="4878188" cy="3810000"/>
          </a:xfrm>
          <a:prstGeom xmlns:a="http://schemas.openxmlformats.org/drawingml/2006/main" prst="rect">
            <a:avLst/>
          </a:prstGeom>
        </p:spPr>
      </p:pic>
      <p:sp>
        <p:nvSpPr>
          <p:cNvPr id="13" name="Pie de evidencia">
            <a:extLst xmlns:a="http://schemas.openxmlformats.org/drawingml/2006/main">
              <a:ext uri="{FF2B5EF4-FFF2-40B4-BE49-F238E27FC236}">
                <a16:creationId xmlns:a16="http://schemas.microsoft.com/office/drawing/2014/main" id="{B124CFC7-0AEA-4406-919A-7EA0CCEA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63055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Captura real de la demo. Los datos son de ejemplo.</a:t>
            </a:r>
          </a:p>
        </p:txBody>
      </p:sp>
      <p:sp>
        <p:nvSpPr>
          <p:cNvPr id="14" name="Arquitectura">
            <a:extLst xmlns:a="http://schemas.openxmlformats.org/drawingml/2006/main">
              <a:ext uri="{FF2B5EF4-FFF2-40B4-BE49-F238E27FC236}">
                <a16:creationId xmlns:a16="http://schemas.microsoft.com/office/drawing/2014/main" id="{224B0110-5959-4348-982D-416099EC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103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Arquitectura de despliegue</a:t>
            </a:r>
          </a:p>
        </p:txBody>
      </p:sp>
      <p:sp>
        <p:nvSpPr>
          <p:cNvPr id="15" name="Código fuente">
            <a:extLst xmlns:a="http://schemas.openxmlformats.org/drawingml/2006/main">
              <a:ext uri="{FF2B5EF4-FFF2-40B4-BE49-F238E27FC236}">
                <a16:creationId xmlns:a16="http://schemas.microsoft.com/office/drawing/2014/main" id="{09AFBF4C-7C85-4C13-8093-C6986305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72300"/>
            <a:ext cx="2190750" cy="619125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GitHub</a:t>
            </a:r>
          </a:p>
        </p:txBody>
      </p:sp>
      <p:sp>
        <p:nvSpPr>
          <p:cNvPr id="16" name="Publicación estática">
            <a:extLst xmlns:a="http://schemas.openxmlformats.org/drawingml/2006/main">
              <a:ext uri="{FF2B5EF4-FFF2-40B4-BE49-F238E27FC236}">
                <a16:creationId xmlns:a16="http://schemas.microsoft.com/office/drawing/2014/main" id="{78C0EA2F-C52C-4FEE-846D-7ADA683F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972300"/>
            <a:ext cx="2476500" cy="619125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Vercel</a:t>
            </a:r>
          </a:p>
        </p:txBody>
      </p:sp>
      <p:sp>
        <p:nvSpPr>
          <p:cNvPr id="17" name="Cliente web">
            <a:extLst xmlns:a="http://schemas.openxmlformats.org/drawingml/2006/main">
              <a:ext uri="{FF2B5EF4-FFF2-40B4-BE49-F238E27FC236}">
                <a16:creationId xmlns:a16="http://schemas.microsoft.com/office/drawing/2014/main" id="{76D091CD-AAE0-4A56-8438-5184FADE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972300"/>
            <a:ext cx="2809875" cy="619125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Navegador React</a:t>
            </a:r>
          </a:p>
        </p:txBody>
      </p:sp>
      <p:sp>
        <p:nvSpPr>
          <p:cNvPr id="18" name="Backend administrado">
            <a:extLst xmlns:a="http://schemas.openxmlformats.org/drawingml/2006/main">
              <a:ext uri="{FF2B5EF4-FFF2-40B4-BE49-F238E27FC236}">
                <a16:creationId xmlns:a16="http://schemas.microsoft.com/office/drawing/2014/main" id="{95009895-BE77-409C-8959-17BB7A3A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972300"/>
            <a:ext cx="4238625" cy="619125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Supabase</a:t>
            </a:r>
          </a:p>
          <a:p xmlns:a="http://schemas.openxmlformats.org/drawingml/2006/main">
            <a:pPr algn="ctr">
              <a:defRPr sz="1425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Auth, PostgreSQL/RLS, Realtime</a:t>
            </a:r>
          </a:p>
        </p:txBody>
      </p:sp>
      <p:sp>
        <p:nvSpPr>
          <p:cNvPr id="19" name="Conexión 0">
            <a:extLst xmlns:a="http://schemas.openxmlformats.org/drawingml/2006/main">
              <a:ext uri="{FF2B5EF4-FFF2-40B4-BE49-F238E27FC236}">
                <a16:creationId xmlns:a16="http://schemas.microsoft.com/office/drawing/2014/main" id="{2D0CD0D8-0290-472C-90F7-410861A0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0199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2550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Conexión 1">
            <a:extLst xmlns:a="http://schemas.openxmlformats.org/drawingml/2006/main">
              <a:ext uri="{FF2B5EF4-FFF2-40B4-BE49-F238E27FC236}">
                <a16:creationId xmlns:a16="http://schemas.microsoft.com/office/drawing/2014/main" id="{AD0CA8DA-A51A-4547-B364-19E184AE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0199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2550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Conexión 2">
            <a:extLst xmlns:a="http://schemas.openxmlformats.org/drawingml/2006/main">
              <a:ext uri="{FF2B5EF4-FFF2-40B4-BE49-F238E27FC236}">
                <a16:creationId xmlns:a16="http://schemas.microsoft.com/office/drawing/2014/main" id="{E0093332-2BEE-4A00-98F9-45C1209F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70199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2550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Aclaración IA">
            <a:extLst xmlns:a="http://schemas.openxmlformats.org/drawingml/2006/main">
              <a:ext uri="{FF2B5EF4-FFF2-40B4-BE49-F238E27FC236}">
                <a16:creationId xmlns:a16="http://schemas.microsoft.com/office/drawing/2014/main" id="{61DA8634-8167-4C61-9544-A079717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96200"/>
            <a:ext cx="1371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IA: apoyo al desarrollo y análisis ético documentado. La aplicación no ejecuta modelos de IA.</a:t>
            </a:r>
          </a:p>
        </p:txBody>
      </p:sp>
      <p:sp>
        <p:nvSpPr>
          <p:cNvPr id="23" name="Autores">
            <a:extLst xmlns:a="http://schemas.openxmlformats.org/drawingml/2006/main">
              <a:ext uri="{FF2B5EF4-FFF2-40B4-BE49-F238E27FC236}">
                <a16:creationId xmlns:a16="http://schemas.microsoft.com/office/drawing/2014/main" id="{390B0A98-7146-4B56-A624-F78A19AE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01000"/>
            <a:ext cx="1371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Bryan Stiven Gallego Betancur · John Alejandro Alvarez Muñoz · Daniel Santiago Naranjo Rodriguez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2026-10-11T16:28:12.2520000Z</dcterms:created>
  <dcterms:modified xsi:type="dcterms:W3CDTF">2026-10-11T16:28:12.2520000Z</dcterms:modified>
</coreProperties>
</file>